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FA5F4A-6B12-FC12-9D79-6F210FD9B8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LID4096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6819F3F-A6E3-9C43-4930-F8479AB399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LID4096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61C584C-3A3F-6450-9FCB-89F7B9677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B0950-50A2-404E-9312-9F9E2CF187CB}" type="datetimeFigureOut">
              <a:rPr lang="LID4096" smtClean="0"/>
              <a:t>10/21/2025</a:t>
            </a:fld>
            <a:endParaRPr lang="LID4096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7C828C8-A648-3FB5-723D-C38DD4FC7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1183CE5-1F67-D4F5-404E-332169B3B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B8C8A-EE51-4E01-9D7E-CBA65A16F769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18242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190AA0-6DF6-66BF-54C6-0215F26E0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LID4096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C15FD08-1CD6-F1A0-BC6C-3C7E703F95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LID4096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6183D8A-0BDA-58A6-862F-E2D79C915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B0950-50A2-404E-9312-9F9E2CF187CB}" type="datetimeFigureOut">
              <a:rPr lang="LID4096" smtClean="0"/>
              <a:t>10/21/2025</a:t>
            </a:fld>
            <a:endParaRPr lang="LID4096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BB0C4DD-FAA3-407E-7976-7FF8309C6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ADAED10-3886-6846-4103-13577FFA0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B8C8A-EE51-4E01-9D7E-CBA65A16F769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7685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C47177-E0FD-3F98-2FEC-D58E4B43E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LID4096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60C64CF-D5C3-0E5D-BF45-3ED09691B4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F45AC18-7B56-B7F7-B719-320C3CF7F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B0950-50A2-404E-9312-9F9E2CF187CB}" type="datetimeFigureOut">
              <a:rPr lang="LID4096" smtClean="0"/>
              <a:t>10/21/2025</a:t>
            </a:fld>
            <a:endParaRPr lang="LID4096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5DEDB04-DF36-7C33-83FD-AA07CB049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445355A-F120-40FB-4FA9-C68C3724C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B8C8A-EE51-4E01-9D7E-CBA65A16F769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30440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F46B76-0589-80E7-D938-8CC62A5DF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LID4096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EED4415-4DE2-12DD-39D9-63483878D6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LID4096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F97DEA5-C03C-27AF-82F5-9D5B98EE84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LID4096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29FE7D9-8BF4-0D9D-BAFB-B78984337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B0950-50A2-404E-9312-9F9E2CF187CB}" type="datetimeFigureOut">
              <a:rPr lang="LID4096" smtClean="0"/>
              <a:t>10/21/2025</a:t>
            </a:fld>
            <a:endParaRPr lang="LID4096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904FA43-D6C2-03B3-B130-D5CC01474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008419F-51A2-7410-4961-2B3A0BE71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B8C8A-EE51-4E01-9D7E-CBA65A16F769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17824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41530C-B045-D728-2052-C112B3F6C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LID4096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66CD280-3463-FD70-3C06-F12C06842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456BDAC-FA9E-7BEB-3102-CCB052A8C1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LID4096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2BECD74-BE3B-BCE2-8140-588C4D48FA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92EFD67-5E39-2B5F-81D8-BC299BD366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LID4096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9025195-305E-7DFC-4CDA-15A88C134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B0950-50A2-404E-9312-9F9E2CF187CB}" type="datetimeFigureOut">
              <a:rPr lang="LID4096" smtClean="0"/>
              <a:t>10/21/2025</a:t>
            </a:fld>
            <a:endParaRPr lang="LID4096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E5CDA95-4B6E-11D4-FE43-D97ECCE13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E8B764E-2CE3-D5AD-A503-D74F1BD5B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B8C8A-EE51-4E01-9D7E-CBA65A16F769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99649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DF9465-7D5A-99AF-FED7-BA9C433E9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LID4096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5774ECE-5042-C8AD-1955-49585CA3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B0950-50A2-404E-9312-9F9E2CF187CB}" type="datetimeFigureOut">
              <a:rPr lang="LID4096" smtClean="0"/>
              <a:t>10/21/2025</a:t>
            </a:fld>
            <a:endParaRPr lang="LID4096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0406C35-B182-6D60-AF4A-3FEABA5F5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94374BB-D7BB-F27D-FD4C-AEAEB77EA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B8C8A-EE51-4E01-9D7E-CBA65A16F769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38650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7637DAC-DB44-DA5E-E57D-549DF4D29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B0950-50A2-404E-9312-9F9E2CF187CB}" type="datetimeFigureOut">
              <a:rPr lang="LID4096" smtClean="0"/>
              <a:t>10/21/2025</a:t>
            </a:fld>
            <a:endParaRPr lang="LID4096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C118D01-1437-E82A-52A6-67290CE78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77C9D68-BA9D-F922-2767-7EC4436C4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B8C8A-EE51-4E01-9D7E-CBA65A16F769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65094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618F84-61B5-3870-6603-E774DEC0A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LID4096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12C8DB4-E06C-C9A0-56AF-4F7B595B63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LID4096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3C9B822-908D-3BAF-F56D-A7C3278FC8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FEB536F-6AE0-F5D4-D021-BB56FD672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B0950-50A2-404E-9312-9F9E2CF187CB}" type="datetimeFigureOut">
              <a:rPr lang="LID4096" smtClean="0"/>
              <a:t>10/21/2025</a:t>
            </a:fld>
            <a:endParaRPr lang="LID4096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162003A-473B-A876-F137-1A468418C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530D31F-CCF5-380E-011F-C7F9AD1DA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B8C8A-EE51-4E01-9D7E-CBA65A16F769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86332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A62A2F-2C7D-ADFB-FA04-56A1F5AAE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LID4096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4CBF763-55C2-9554-DCA2-7FC243B1A9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72FAE41-F901-B57A-FA14-CB96265C55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C976C1A-A5F3-B9C8-0011-C09377C74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B0950-50A2-404E-9312-9F9E2CF187CB}" type="datetimeFigureOut">
              <a:rPr lang="LID4096" smtClean="0"/>
              <a:t>10/21/2025</a:t>
            </a:fld>
            <a:endParaRPr lang="LID4096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212186F-3536-39EF-ADD4-E326057B8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2CA3B47-8266-FFBE-CE2A-2CA434CA7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B8C8A-EE51-4E01-9D7E-CBA65A16F769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59848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5F9AB1-F112-DDE5-DE8F-EC04D9B00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LID4096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6433FA1-25FF-C8C5-ACF2-0A892AE836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LID4096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B22F34D-0DC3-F352-587E-F472C3780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B0950-50A2-404E-9312-9F9E2CF187CB}" type="datetimeFigureOut">
              <a:rPr lang="LID4096" smtClean="0"/>
              <a:t>10/21/2025</a:t>
            </a:fld>
            <a:endParaRPr lang="LID4096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B825F0E-BB6A-2C75-2B14-93BB6A848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D048451-F02E-B9E2-55BD-397823180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B8C8A-EE51-4E01-9D7E-CBA65A16F769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01771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6B99B28-4539-9E78-181F-7B2E3B6419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LID4096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484AEAD-D957-9015-678D-5E71133AF9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LID4096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40C8156-7329-C57E-E8CC-77D1CFE59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B0950-50A2-404E-9312-9F9E2CF187CB}" type="datetimeFigureOut">
              <a:rPr lang="LID4096" smtClean="0"/>
              <a:t>10/21/2025</a:t>
            </a:fld>
            <a:endParaRPr lang="LID4096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D72560C-9D7D-2C7E-347E-0F23C5DF4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2453F4B-55AB-DA9B-A633-1CA62B86D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B8C8A-EE51-4E01-9D7E-CBA65A16F769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79333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6BB975E-9698-332A-B908-09FE638C0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LID4096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7C3314A-343E-04AA-81C0-BB71EAAB08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LID4096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45A0D6A-C367-FAE4-0A1C-F1F0758597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FB0950-50A2-404E-9312-9F9E2CF187CB}" type="datetimeFigureOut">
              <a:rPr lang="LID4096" smtClean="0"/>
              <a:t>10/21/2025</a:t>
            </a:fld>
            <a:endParaRPr lang="LID4096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9A97F76-A4F8-2395-F2D3-E01B417D55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8615DB7-984D-7FD2-1A60-DBB6939D48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FB8C8A-EE51-4E01-9D7E-CBA65A16F769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18148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AC1EC9-F5B2-AD29-0EBE-7FC1002779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D4FF940-0CF8-D3D2-6A4A-AEFD3CF24F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2CACC44-B4E4-68D3-347C-0131F85C52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75" y="1233488"/>
            <a:ext cx="10001250" cy="439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5881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 Shoufi Yane</dc:creator>
  <cp:lastModifiedBy>Al Shoufi Yane</cp:lastModifiedBy>
  <cp:revision>1</cp:revision>
  <dcterms:created xsi:type="dcterms:W3CDTF">2025-10-21T10:40:22Z</dcterms:created>
  <dcterms:modified xsi:type="dcterms:W3CDTF">2025-10-21T10:40:27Z</dcterms:modified>
</cp:coreProperties>
</file>